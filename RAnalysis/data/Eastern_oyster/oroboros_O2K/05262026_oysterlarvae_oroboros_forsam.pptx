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5A298-7A95-4D92-B3A2-C6ED226504FB}" v="14" dt="2026-05-26T20:38:26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06" y="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Davidson" userId="221e91d080f458b5" providerId="LiveId" clId="{AC8284D9-DB4A-48E2-8D47-48971647BD48}"/>
    <pc:docChg chg="custSel addSld modSld sldOrd">
      <pc:chgData name="Emily Davidson" userId="221e91d080f458b5" providerId="LiveId" clId="{AC8284D9-DB4A-48E2-8D47-48971647BD48}" dt="2026-05-26T20:39:03.199" v="349" actId="1076"/>
      <pc:docMkLst>
        <pc:docMk/>
      </pc:docMkLst>
      <pc:sldChg chg="addSp delSp modSp mod">
        <pc:chgData name="Emily Davidson" userId="221e91d080f458b5" providerId="LiveId" clId="{AC8284D9-DB4A-48E2-8D47-48971647BD48}" dt="2026-05-26T20:38:11.500" v="255" actId="20577"/>
        <pc:sldMkLst>
          <pc:docMk/>
          <pc:sldMk cId="3298091818" sldId="256"/>
        </pc:sldMkLst>
        <pc:spChg chg="add del mod">
          <ac:chgData name="Emily Davidson" userId="221e91d080f458b5" providerId="LiveId" clId="{AC8284D9-DB4A-48E2-8D47-48971647BD48}" dt="2026-05-26T20:37:56.815" v="222" actId="478"/>
          <ac:spMkLst>
            <pc:docMk/>
            <pc:sldMk cId="3298091818" sldId="256"/>
            <ac:spMk id="3" creationId="{90E0CE43-053D-5663-4132-9F19AFA0C515}"/>
          </ac:spMkLst>
        </pc:spChg>
        <pc:spChg chg="add mod">
          <ac:chgData name="Emily Davidson" userId="221e91d080f458b5" providerId="LiveId" clId="{AC8284D9-DB4A-48E2-8D47-48971647BD48}" dt="2026-05-26T20:38:11.500" v="255" actId="20577"/>
          <ac:spMkLst>
            <pc:docMk/>
            <pc:sldMk cId="3298091818" sldId="256"/>
            <ac:spMk id="4" creationId="{15A8EC31-363E-9E47-7AA9-2A4B8FE82B97}"/>
          </ac:spMkLst>
        </pc:spChg>
      </pc:sldChg>
      <pc:sldChg chg="addSp modSp add mod ord">
        <pc:chgData name="Emily Davidson" userId="221e91d080f458b5" providerId="LiveId" clId="{AC8284D9-DB4A-48E2-8D47-48971647BD48}" dt="2026-05-26T20:36:53.569" v="188" actId="20577"/>
        <pc:sldMkLst>
          <pc:docMk/>
          <pc:sldMk cId="2025810779" sldId="257"/>
        </pc:sldMkLst>
        <pc:spChg chg="add mod">
          <ac:chgData name="Emily Davidson" userId="221e91d080f458b5" providerId="LiveId" clId="{AC8284D9-DB4A-48E2-8D47-48971647BD48}" dt="2026-05-26T20:36:53.569" v="188" actId="20577"/>
          <ac:spMkLst>
            <pc:docMk/>
            <pc:sldMk cId="2025810779" sldId="257"/>
            <ac:spMk id="3" creationId="{DC097FD5-33C6-E2F6-1E41-130D9390B74C}"/>
          </ac:spMkLst>
        </pc:spChg>
        <pc:graphicFrameChg chg="add mod">
          <ac:chgData name="Emily Davidson" userId="221e91d080f458b5" providerId="LiveId" clId="{AC8284D9-DB4A-48E2-8D47-48971647BD48}" dt="2026-05-26T20:24:58.332" v="1"/>
          <ac:graphicFrameMkLst>
            <pc:docMk/>
            <pc:sldMk cId="2025810779" sldId="257"/>
            <ac:graphicFrameMk id="2" creationId="{C819A2DA-277F-D07B-D955-A7CDC6673C7E}"/>
          </ac:graphicFrameMkLst>
        </pc:graphicFrameChg>
      </pc:sldChg>
      <pc:sldChg chg="addSp delSp modSp add mod ord">
        <pc:chgData name="Emily Davidson" userId="221e91d080f458b5" providerId="LiveId" clId="{AC8284D9-DB4A-48E2-8D47-48971647BD48}" dt="2026-05-26T20:37:03.807" v="220" actId="20577"/>
        <pc:sldMkLst>
          <pc:docMk/>
          <pc:sldMk cId="1267681998" sldId="258"/>
        </pc:sldMkLst>
        <pc:spChg chg="add mod">
          <ac:chgData name="Emily Davidson" userId="221e91d080f458b5" providerId="LiveId" clId="{AC8284D9-DB4A-48E2-8D47-48971647BD48}" dt="2026-05-26T20:37:03.807" v="220" actId="20577"/>
          <ac:spMkLst>
            <pc:docMk/>
            <pc:sldMk cId="1267681998" sldId="258"/>
            <ac:spMk id="7" creationId="{26562D94-0697-ADDC-AD24-58411904E238}"/>
          </ac:spMkLst>
        </pc:spChg>
        <pc:graphicFrameChg chg="add mod">
          <ac:chgData name="Emily Davidson" userId="221e91d080f458b5" providerId="LiveId" clId="{AC8284D9-DB4A-48E2-8D47-48971647BD48}" dt="2026-05-26T20:25:02.494" v="3"/>
          <ac:graphicFrameMkLst>
            <pc:docMk/>
            <pc:sldMk cId="1267681998" sldId="258"/>
            <ac:graphicFrameMk id="2" creationId="{031F6A59-4F80-C8C0-7DB5-F20EF1007188}"/>
          </ac:graphicFrameMkLst>
        </pc:graphicFrameChg>
        <pc:picChg chg="add del mod">
          <ac:chgData name="Emily Davidson" userId="221e91d080f458b5" providerId="LiveId" clId="{AC8284D9-DB4A-48E2-8D47-48971647BD48}" dt="2026-05-26T20:27:49.482" v="14" actId="21"/>
          <ac:picMkLst>
            <pc:docMk/>
            <pc:sldMk cId="1267681998" sldId="258"/>
            <ac:picMk id="4" creationId="{1C9E968D-3A00-CC39-0BB5-E16E3777DA64}"/>
          </ac:picMkLst>
        </pc:picChg>
        <pc:picChg chg="add del mod">
          <ac:chgData name="Emily Davidson" userId="221e91d080f458b5" providerId="LiveId" clId="{AC8284D9-DB4A-48E2-8D47-48971647BD48}" dt="2026-05-26T20:27:49.482" v="14" actId="21"/>
          <ac:picMkLst>
            <pc:docMk/>
            <pc:sldMk cId="1267681998" sldId="258"/>
            <ac:picMk id="6" creationId="{FD2B3558-7772-B213-B358-DE32F623A668}"/>
          </ac:picMkLst>
        </pc:picChg>
      </pc:sldChg>
      <pc:sldChg chg="addSp modSp add mod ord">
        <pc:chgData name="Emily Davidson" userId="221e91d080f458b5" providerId="LiveId" clId="{AC8284D9-DB4A-48E2-8D47-48971647BD48}" dt="2026-05-26T20:39:03.199" v="349" actId="1076"/>
        <pc:sldMkLst>
          <pc:docMk/>
          <pc:sldMk cId="1097509300" sldId="259"/>
        </pc:sldMkLst>
        <pc:spChg chg="add mod">
          <ac:chgData name="Emily Davidson" userId="221e91d080f458b5" providerId="LiveId" clId="{AC8284D9-DB4A-48E2-8D47-48971647BD48}" dt="2026-05-26T20:38:51.492" v="348" actId="20577"/>
          <ac:spMkLst>
            <pc:docMk/>
            <pc:sldMk cId="1097509300" sldId="259"/>
            <ac:spMk id="3" creationId="{EEF029B6-1789-5FB2-E2A3-88F3FF881521}"/>
          </ac:spMkLst>
        </pc:spChg>
        <pc:graphicFrameChg chg="add mod">
          <ac:chgData name="Emily Davidson" userId="221e91d080f458b5" providerId="LiveId" clId="{AC8284D9-DB4A-48E2-8D47-48971647BD48}" dt="2026-05-26T20:39:03.199" v="349" actId="1076"/>
          <ac:graphicFrameMkLst>
            <pc:docMk/>
            <pc:sldMk cId="1097509300" sldId="259"/>
            <ac:graphicFrameMk id="2" creationId="{6BD7B177-1A97-CE99-0153-1FCF90A0DC0E}"/>
          </ac:graphicFrameMkLst>
        </pc:graphicFrameChg>
      </pc:sldChg>
      <pc:sldChg chg="addSp modSp new mod ord">
        <pc:chgData name="Emily Davidson" userId="221e91d080f458b5" providerId="LiveId" clId="{AC8284D9-DB4A-48E2-8D47-48971647BD48}" dt="2026-05-26T20:36:39.346" v="162"/>
        <pc:sldMkLst>
          <pc:docMk/>
          <pc:sldMk cId="3390508622" sldId="260"/>
        </pc:sldMkLst>
        <pc:spChg chg="add mod">
          <ac:chgData name="Emily Davidson" userId="221e91d080f458b5" providerId="LiveId" clId="{AC8284D9-DB4A-48E2-8D47-48971647BD48}" dt="2026-05-26T20:36:36.390" v="160" actId="20577"/>
          <ac:spMkLst>
            <pc:docMk/>
            <pc:sldMk cId="3390508622" sldId="260"/>
            <ac:spMk id="2" creationId="{2E38D917-F61F-A5D3-6D04-A8F764A8FA12}"/>
          </ac:spMkLst>
        </pc:spChg>
        <pc:picChg chg="add mod modCrop">
          <ac:chgData name="Emily Davidson" userId="221e91d080f458b5" providerId="LiveId" clId="{AC8284D9-DB4A-48E2-8D47-48971647BD48}" dt="2026-05-26T20:36:27.906" v="153" actId="1076"/>
          <ac:picMkLst>
            <pc:docMk/>
            <pc:sldMk cId="3390508622" sldId="260"/>
            <ac:picMk id="4" creationId="{1C9E968D-3A00-CC39-0BB5-E16E3777DA64}"/>
          </ac:picMkLst>
        </pc:picChg>
        <pc:picChg chg="add mod modCrop">
          <ac:chgData name="Emily Davidson" userId="221e91d080f458b5" providerId="LiveId" clId="{AC8284D9-DB4A-48E2-8D47-48971647BD48}" dt="2026-05-26T20:36:27.906" v="153" actId="1076"/>
          <ac:picMkLst>
            <pc:docMk/>
            <pc:sldMk cId="3390508622" sldId="260"/>
            <ac:picMk id="6" creationId="{FD2B3558-7772-B213-B358-DE32F623A6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58C0-17DB-00A0-DC56-E7465B03A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2271A-D1C4-4912-ED1C-17CDD4AE8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1EB0F-752F-3B21-77EF-ED7B3EC6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C143B-1DAE-6DA0-5003-585AB218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EFB03-2E6B-F11F-92D2-BD9E15F2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4DBE-7F59-2761-89FC-603E5644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93426-1968-133F-B47D-50569F6E5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3A123-61A2-1A45-70F8-3DE2FFE0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681AB-B8CB-9459-4E3B-434BA098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A72BA-BFA4-C998-8506-8FF4CB83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5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229E-2031-6F33-9C2E-BD0BFE97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10AAB-7B89-E764-F4A3-5C862D1F9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F397E-52CD-C76E-21FC-5ADB1206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AB5D2-3214-4BF4-85DB-87E89716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A2C9D-FE2C-C6E3-2255-A4ED7C68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2118-FEBE-9996-573C-98D443A9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B48D5-5762-D5E4-B8B2-B602C123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44F85-9A94-9BAD-30EC-6E4C7AB0D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EB285-A026-3469-7E7A-E51B3A8D8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E1C31-16B1-11E3-014C-F098FA09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9D0A5-ADB5-C417-B811-525773F2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8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AD9A-2581-DA8F-6305-AB6BF0192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0439C-C085-8A5B-9EE3-132B08439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90536-95E0-DAEA-990C-565F0DE1D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E8D6F-6F64-8A71-05EE-24C3EC247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3BA52-888B-0594-AA4E-40C304E57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A872F-CB95-B3EA-4F78-259C965A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F8CDA-104D-EDAC-A885-38982088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DB063-0F04-6003-108C-BED95C9F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28C3-341A-4DDE-578B-B515D6BA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902A7-3E37-DAC1-8ED3-56883865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31B31-0997-FD8C-89C0-53398D61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94E82-AE2C-6D39-D89E-765BAB14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2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3722F-E735-44FC-A935-1A2B758A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19086-C5CD-C238-7E0F-BAFB5B67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BB913-4769-DD93-0C9E-2259C241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4FC7-0090-B196-2EBE-22D0AD89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3FE2-A554-63E7-58F4-6BBB4FC41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5A1B0-C974-28C6-A85D-9093024D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18EC6-021F-CCD5-2601-3CDAF216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E2721-913D-2475-01EC-77A238FA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0F034-27D7-7C32-35B6-E7DCBEEA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BC86-E9A2-53F1-CE43-961AB9E3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3B9F5-52D8-979C-B4E4-C2CE8FE15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188BE-30F6-D7C5-4B2A-434C19B6B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35C5B-3093-6E73-B56F-F102632B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C65DB-0623-FBAE-5E4E-E678734F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CE4CC-646B-FF3D-A719-9F8A80B2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453A-57EB-F5E5-5E4A-DDD85AF8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B58F7-72F8-609B-1A88-ECE9DBA16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6C84A-043C-AC17-51D4-FCCE1F77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D550-8A8D-76A9-BB66-CCFD7780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6CE7-8BEB-BA55-4E2A-01C51387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8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3F0EB-C59E-7A38-155C-AB636207D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8FD98-C613-AB3A-68EB-A6A39BA1D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06F1-4457-95D7-1949-58DC5CBF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8FBA-E6EC-71C7-1F9C-75A86A34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260F8-3700-1703-FE81-E7B3CAF2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7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744C2-0541-7673-B16D-882C86BE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C1613-156D-B46D-A4A5-C2FC7A7D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BE44-AB7D-F151-13F2-404064593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8206B-3790-4C56-85F4-18B8F15EC54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59B1-AC69-749E-9422-3CE7E2097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1F89-B1AC-EB90-19B9-C5D1A0128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7715-3142-46DC-BB46-72A27616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7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819A2DA-277F-D07B-D955-A7CDC6673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420702"/>
              </p:ext>
            </p:extLst>
          </p:nvPr>
        </p:nvGraphicFramePr>
        <p:xfrm>
          <a:off x="2944813" y="381000"/>
          <a:ext cx="6302375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7557960" imgH="7312980" progId="Prism10.Document">
                  <p:embed/>
                </p:oleObj>
              </mc:Choice>
              <mc:Fallback>
                <p:oleObj name="Prism" r:id="rId2" imgW="7557960" imgH="7312980" progId="Prism10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819A2DA-277F-D07B-D955-A7CDC6673C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4813" y="381000"/>
                        <a:ext cx="6302375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C097FD5-33C6-E2F6-1E41-130D9390B74C}"/>
              </a:ext>
            </a:extLst>
          </p:cNvPr>
          <p:cNvSpPr txBox="1"/>
          <p:nvPr/>
        </p:nvSpPr>
        <p:spPr>
          <a:xfrm>
            <a:off x="183847" y="217715"/>
            <a:ext cx="264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SHAM lowers oxygen flux</a:t>
            </a:r>
          </a:p>
        </p:txBody>
      </p:sp>
    </p:spTree>
    <p:extLst>
      <p:ext uri="{BB962C8B-B14F-4D97-AF65-F5344CB8AC3E}">
        <p14:creationId xmlns:p14="http://schemas.microsoft.com/office/powerpoint/2010/main" val="202581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E968D-3A00-CC39-0BB5-E16E3777D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6" t="45050" r="57723" b="32234"/>
          <a:stretch>
            <a:fillRect/>
          </a:stretch>
        </p:blipFill>
        <p:spPr>
          <a:xfrm>
            <a:off x="6196695" y="1509486"/>
            <a:ext cx="4205014" cy="4339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B3558-7772-B213-B358-DE32F623A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5" t="31533" r="22080" b="21835"/>
          <a:stretch>
            <a:fillRect/>
          </a:stretch>
        </p:blipFill>
        <p:spPr>
          <a:xfrm>
            <a:off x="1145721" y="1509486"/>
            <a:ext cx="4970073" cy="4339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38D917-F61F-A5D3-6D04-A8F764A8FA12}"/>
              </a:ext>
            </a:extLst>
          </p:cNvPr>
          <p:cNvSpPr txBox="1"/>
          <p:nvPr/>
        </p:nvSpPr>
        <p:spPr>
          <a:xfrm>
            <a:off x="183847" y="217715"/>
            <a:ext cx="10857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Oyster’s immediately after the DMSO experiment, a majority if not all, were on the holder, and had not moved</a:t>
            </a:r>
          </a:p>
        </p:txBody>
      </p:sp>
    </p:spTree>
    <p:extLst>
      <p:ext uri="{BB962C8B-B14F-4D97-AF65-F5344CB8AC3E}">
        <p14:creationId xmlns:p14="http://schemas.microsoft.com/office/powerpoint/2010/main" val="339050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31F6A59-4F80-C8C0-7DB5-F20EF1007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899021"/>
              </p:ext>
            </p:extLst>
          </p:nvPr>
        </p:nvGraphicFramePr>
        <p:xfrm>
          <a:off x="3105150" y="427038"/>
          <a:ext cx="5981700" cy="600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7175689" imgH="7200312" progId="Prism10.Document">
                  <p:embed/>
                </p:oleObj>
              </mc:Choice>
              <mc:Fallback>
                <p:oleObj name="Prism" r:id="rId2" imgW="7175689" imgH="7200312" progId="Prism10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31F6A59-4F80-C8C0-7DB5-F20EF10071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05150" y="427038"/>
                        <a:ext cx="5981700" cy="600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562D94-0697-ADDC-AD24-58411904E238}"/>
              </a:ext>
            </a:extLst>
          </p:cNvPr>
          <p:cNvSpPr txBox="1"/>
          <p:nvPr/>
        </p:nvSpPr>
        <p:spPr>
          <a:xfrm>
            <a:off x="183847" y="217715"/>
            <a:ext cx="347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DMSO does not lower oxygen flux</a:t>
            </a:r>
          </a:p>
        </p:txBody>
      </p:sp>
    </p:spTree>
    <p:extLst>
      <p:ext uri="{BB962C8B-B14F-4D97-AF65-F5344CB8AC3E}">
        <p14:creationId xmlns:p14="http://schemas.microsoft.com/office/powerpoint/2010/main" val="126768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BD7B177-1A97-CE99-0153-1FCF90A0D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356383"/>
              </p:ext>
            </p:extLst>
          </p:nvPr>
        </p:nvGraphicFramePr>
        <p:xfrm>
          <a:off x="2837845" y="864046"/>
          <a:ext cx="6283852" cy="5887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7965068" imgH="7465244" progId="Prism10.Document">
                  <p:embed/>
                </p:oleObj>
              </mc:Choice>
              <mc:Fallback>
                <p:oleObj name="Prism" r:id="rId2" imgW="7965068" imgH="7465244" progId="Prism10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BD7B177-1A97-CE99-0153-1FCF90A0D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37845" y="864046"/>
                        <a:ext cx="6283852" cy="5887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F029B6-1789-5FB2-E2A3-88F3FF881521}"/>
              </a:ext>
            </a:extLst>
          </p:cNvPr>
          <p:cNvSpPr txBox="1"/>
          <p:nvPr/>
        </p:nvSpPr>
        <p:spPr>
          <a:xfrm>
            <a:off x="183847" y="217715"/>
            <a:ext cx="515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relative to baseline</a:t>
            </a:r>
          </a:p>
          <a:p>
            <a:r>
              <a:rPr lang="en-US" dirty="0"/>
              <a:t>Baseline was very close between each experiment</a:t>
            </a:r>
          </a:p>
        </p:txBody>
      </p:sp>
    </p:spTree>
    <p:extLst>
      <p:ext uri="{BB962C8B-B14F-4D97-AF65-F5344CB8AC3E}">
        <p14:creationId xmlns:p14="http://schemas.microsoft.com/office/powerpoint/2010/main" val="109750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2162876-8A31-D7A0-B0ED-A408670F6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297479"/>
              </p:ext>
            </p:extLst>
          </p:nvPr>
        </p:nvGraphicFramePr>
        <p:xfrm>
          <a:off x="2286000" y="114300"/>
          <a:ext cx="7620000" cy="662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9139959" imgH="7949752" progId="Prism10.Document">
                  <p:embed/>
                </p:oleObj>
              </mc:Choice>
              <mc:Fallback>
                <p:oleObj name="Prism" r:id="rId2" imgW="9139959" imgH="7949752" progId="Prism10.Document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2162876-8A31-D7A0-B0ED-A408670F6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0" y="114300"/>
                        <a:ext cx="7620000" cy="662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A8EC31-363E-9E47-7AA9-2A4B8FE82B97}"/>
              </a:ext>
            </a:extLst>
          </p:cNvPr>
          <p:cNvSpPr txBox="1"/>
          <p:nvPr/>
        </p:nvSpPr>
        <p:spPr>
          <a:xfrm>
            <a:off x="183847" y="217715"/>
            <a:ext cx="17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Plotted together</a:t>
            </a:r>
          </a:p>
        </p:txBody>
      </p:sp>
    </p:spTree>
    <p:extLst>
      <p:ext uri="{BB962C8B-B14F-4D97-AF65-F5344CB8AC3E}">
        <p14:creationId xmlns:p14="http://schemas.microsoft.com/office/powerpoint/2010/main" val="329809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GraphPad Prism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Davidson</dc:creator>
  <cp:lastModifiedBy>Emily Davidson</cp:lastModifiedBy>
  <cp:revision>1</cp:revision>
  <dcterms:created xsi:type="dcterms:W3CDTF">2026-05-26T20:24:27Z</dcterms:created>
  <dcterms:modified xsi:type="dcterms:W3CDTF">2026-05-26T20:39:08Z</dcterms:modified>
</cp:coreProperties>
</file>